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is a high-level, interpreted programming language known for readability.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and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has int, float, str, bool, list, dict. Variables are created on assignment, e.g. x = 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'for' to iterate over a sequence and 'while' to repeat until a condition is false.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reusable blocks with 'def'. Functions can take arguments and return values.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